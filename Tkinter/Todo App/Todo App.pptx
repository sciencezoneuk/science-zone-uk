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  <p:sldId id="263" r:id="rId9"/>
    <p:sldId id="269" r:id="rId10"/>
    <p:sldId id="270" r:id="rId11"/>
    <p:sldId id="271" r:id="rId12"/>
    <p:sldId id="264" r:id="rId13"/>
    <p:sldId id="265" r:id="rId14"/>
    <p:sldId id="266" r:id="rId15"/>
    <p:sldId id="267" r:id="rId16"/>
    <p:sldId id="268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4D2B0-B9C0-4B80-AC26-401D96D66086}" v="206" dt="2025-12-13T13:05:14.548"/>
    <p1510:client id="{91ED360E-0505-46CB-AEE4-7535AE6B4D08}" v="54" dt="2025-12-13T13:07:53.354"/>
    <p1510:client id="{BD7D7CA7-0C2C-465B-BAF7-828B90E2DA04}" v="303" dt="2025-12-13T13:54:51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vour Onwuchekwa" userId="4e809bb8b3b6f18f" providerId="Windows Live" clId="Web-{91ED360E-0505-46CB-AEE4-7535AE6B4D08}"/>
    <pc:docChg chg="addSld modSld sldOrd">
      <pc:chgData name="Favour Onwuchekwa" userId="4e809bb8b3b6f18f" providerId="Windows Live" clId="Web-{91ED360E-0505-46CB-AEE4-7535AE6B4D08}" dt="2025-12-13T13:07:53.057" v="47" actId="20577"/>
      <pc:docMkLst>
        <pc:docMk/>
      </pc:docMkLst>
      <pc:sldChg chg="modSp">
        <pc:chgData name="Favour Onwuchekwa" userId="4e809bb8b3b6f18f" providerId="Windows Live" clId="Web-{91ED360E-0505-46CB-AEE4-7535AE6B4D08}" dt="2025-12-13T13:06:59.134" v="34" actId="20577"/>
        <pc:sldMkLst>
          <pc:docMk/>
          <pc:sldMk cId="799243320" sldId="258"/>
        </pc:sldMkLst>
        <pc:spChg chg="mod">
          <ac:chgData name="Favour Onwuchekwa" userId="4e809bb8b3b6f18f" providerId="Windows Live" clId="Web-{91ED360E-0505-46CB-AEE4-7535AE6B4D08}" dt="2025-12-13T13:06:59.134" v="34" actId="20577"/>
          <ac:spMkLst>
            <pc:docMk/>
            <pc:sldMk cId="799243320" sldId="258"/>
            <ac:spMk id="3" creationId="{359EA25D-4F44-81AA-631E-5DBEDB0FD0E2}"/>
          </ac:spMkLst>
        </pc:spChg>
      </pc:sldChg>
      <pc:sldChg chg="modSp new">
        <pc:chgData name="Favour Onwuchekwa" userId="4e809bb8b3b6f18f" providerId="Windows Live" clId="Web-{91ED360E-0505-46CB-AEE4-7535AE6B4D08}" dt="2025-12-13T13:06:01.523" v="14" actId="20577"/>
        <pc:sldMkLst>
          <pc:docMk/>
          <pc:sldMk cId="1247636334" sldId="259"/>
        </pc:sldMkLst>
        <pc:spChg chg="mod">
          <ac:chgData name="Favour Onwuchekwa" userId="4e809bb8b3b6f18f" providerId="Windows Live" clId="Web-{91ED360E-0505-46CB-AEE4-7535AE6B4D08}" dt="2025-12-13T13:06:01.523" v="14" actId="20577"/>
          <ac:spMkLst>
            <pc:docMk/>
            <pc:sldMk cId="1247636334" sldId="259"/>
            <ac:spMk id="2" creationId="{70C79C2E-B088-FCBF-8630-5E0347934EA1}"/>
          </ac:spMkLst>
        </pc:spChg>
      </pc:sldChg>
      <pc:sldChg chg="modSp new ord">
        <pc:chgData name="Favour Onwuchekwa" userId="4e809bb8b3b6f18f" providerId="Windows Live" clId="Web-{91ED360E-0505-46CB-AEE4-7535AE6B4D08}" dt="2025-12-13T13:07:53.057" v="47" actId="20577"/>
        <pc:sldMkLst>
          <pc:docMk/>
          <pc:sldMk cId="3671401677" sldId="260"/>
        </pc:sldMkLst>
        <pc:spChg chg="mod">
          <ac:chgData name="Favour Onwuchekwa" userId="4e809bb8b3b6f18f" providerId="Windows Live" clId="Web-{91ED360E-0505-46CB-AEE4-7535AE6B4D08}" dt="2025-12-13T13:06:30.180" v="21" actId="20577"/>
          <ac:spMkLst>
            <pc:docMk/>
            <pc:sldMk cId="3671401677" sldId="260"/>
            <ac:spMk id="2" creationId="{4917328E-1422-AFCF-F930-7A12F0ADCEAF}"/>
          </ac:spMkLst>
        </pc:spChg>
        <pc:spChg chg="mod">
          <ac:chgData name="Favour Onwuchekwa" userId="4e809bb8b3b6f18f" providerId="Windows Live" clId="Web-{91ED360E-0505-46CB-AEE4-7535AE6B4D08}" dt="2025-12-13T13:07:53.057" v="47" actId="20577"/>
          <ac:spMkLst>
            <pc:docMk/>
            <pc:sldMk cId="3671401677" sldId="260"/>
            <ac:spMk id="3" creationId="{2DD449B4-2558-87D4-7BA4-50F8309CE6BC}"/>
          </ac:spMkLst>
        </pc:spChg>
      </pc:sldChg>
      <pc:sldChg chg="modSp new">
        <pc:chgData name="Favour Onwuchekwa" userId="4e809bb8b3b6f18f" providerId="Windows Live" clId="Web-{91ED360E-0505-46CB-AEE4-7535AE6B4D08}" dt="2025-12-13T13:07:39.963" v="45" actId="20577"/>
        <pc:sldMkLst>
          <pc:docMk/>
          <pc:sldMk cId="1965395709" sldId="261"/>
        </pc:sldMkLst>
        <pc:spChg chg="mod">
          <ac:chgData name="Favour Onwuchekwa" userId="4e809bb8b3b6f18f" providerId="Windows Live" clId="Web-{91ED360E-0505-46CB-AEE4-7535AE6B4D08}" dt="2025-12-13T13:07:16.291" v="43" actId="20577"/>
          <ac:spMkLst>
            <pc:docMk/>
            <pc:sldMk cId="1965395709" sldId="261"/>
            <ac:spMk id="2" creationId="{2E69FB80-AA5F-3026-E80E-B5E8D022148E}"/>
          </ac:spMkLst>
        </pc:spChg>
        <pc:spChg chg="mod">
          <ac:chgData name="Favour Onwuchekwa" userId="4e809bb8b3b6f18f" providerId="Windows Live" clId="Web-{91ED360E-0505-46CB-AEE4-7535AE6B4D08}" dt="2025-12-13T13:07:39.963" v="45" actId="20577"/>
          <ac:spMkLst>
            <pc:docMk/>
            <pc:sldMk cId="1965395709" sldId="261"/>
            <ac:spMk id="3" creationId="{81F9D4FE-3AB0-699D-7680-DCD229159390}"/>
          </ac:spMkLst>
        </pc:spChg>
      </pc:sldChg>
    </pc:docChg>
  </pc:docChgLst>
  <pc:docChgLst>
    <pc:chgData name="Favour Onwuchekwa" userId="4e809bb8b3b6f18f" providerId="Windows Live" clId="Web-{BD7D7CA7-0C2C-465B-BAF7-828B90E2DA04}"/>
    <pc:docChg chg="addSld modSld sldOrd">
      <pc:chgData name="Favour Onwuchekwa" userId="4e809bb8b3b6f18f" providerId="Windows Live" clId="Web-{BD7D7CA7-0C2C-465B-BAF7-828B90E2DA04}" dt="2025-12-13T13:54:44.132" v="282" actId="20577"/>
      <pc:docMkLst>
        <pc:docMk/>
      </pc:docMkLst>
      <pc:sldChg chg="modSp">
        <pc:chgData name="Favour Onwuchekwa" userId="4e809bb8b3b6f18f" providerId="Windows Live" clId="Web-{BD7D7CA7-0C2C-465B-BAF7-828B90E2DA04}" dt="2025-12-13T13:47:41.007" v="210" actId="20577"/>
        <pc:sldMkLst>
          <pc:docMk/>
          <pc:sldMk cId="799243320" sldId="258"/>
        </pc:sldMkLst>
        <pc:spChg chg="mod">
          <ac:chgData name="Favour Onwuchekwa" userId="4e809bb8b3b6f18f" providerId="Windows Live" clId="Web-{BD7D7CA7-0C2C-465B-BAF7-828B90E2DA04}" dt="2025-12-13T13:47:41.007" v="210" actId="20577"/>
          <ac:spMkLst>
            <pc:docMk/>
            <pc:sldMk cId="799243320" sldId="258"/>
            <ac:spMk id="2" creationId="{C3B1484C-4BDB-5F57-019F-3535FBEBF7EB}"/>
          </ac:spMkLst>
        </pc:spChg>
      </pc:sldChg>
      <pc:sldChg chg="addSp modSp">
        <pc:chgData name="Favour Onwuchekwa" userId="4e809bb8b3b6f18f" providerId="Windows Live" clId="Web-{BD7D7CA7-0C2C-465B-BAF7-828B90E2DA04}" dt="2025-12-13T13:48:55.992" v="216" actId="20577"/>
        <pc:sldMkLst>
          <pc:docMk/>
          <pc:sldMk cId="1247636334" sldId="259"/>
        </pc:sldMkLst>
        <pc:spChg chg="mod">
          <ac:chgData name="Favour Onwuchekwa" userId="4e809bb8b3b6f18f" providerId="Windows Live" clId="Web-{BD7D7CA7-0C2C-465B-BAF7-828B90E2DA04}" dt="2025-12-13T13:48:55.992" v="216" actId="20577"/>
          <ac:spMkLst>
            <pc:docMk/>
            <pc:sldMk cId="1247636334" sldId="259"/>
            <ac:spMk id="3" creationId="{47BEB1A8-55BE-07AA-3C1F-BCB970430936}"/>
          </ac:spMkLst>
        </pc:spChg>
        <pc:spChg chg="add mod">
          <ac:chgData name="Favour Onwuchekwa" userId="4e809bb8b3b6f18f" providerId="Windows Live" clId="Web-{BD7D7CA7-0C2C-465B-BAF7-828B90E2DA04}" dt="2025-12-13T13:29:46.594" v="105" actId="14100"/>
          <ac:spMkLst>
            <pc:docMk/>
            <pc:sldMk cId="1247636334" sldId="259"/>
            <ac:spMk id="6" creationId="{F5EB7D79-6430-A880-92A7-A6BBB43A4E78}"/>
          </ac:spMkLst>
        </pc:spChg>
        <pc:picChg chg="add mod">
          <ac:chgData name="Favour Onwuchekwa" userId="4e809bb8b3b6f18f" providerId="Windows Live" clId="Web-{BD7D7CA7-0C2C-465B-BAF7-828B90E2DA04}" dt="2025-12-13T13:20:34.142" v="16"/>
          <ac:picMkLst>
            <pc:docMk/>
            <pc:sldMk cId="1247636334" sldId="259"/>
            <ac:picMk id="4" creationId="{F93B5378-B3A9-706B-B7C9-27490020CA07}"/>
          </ac:picMkLst>
        </pc:picChg>
      </pc:sldChg>
      <pc:sldChg chg="addSp delSp modSp add replId">
        <pc:chgData name="Favour Onwuchekwa" userId="4e809bb8b3b6f18f" providerId="Windows Live" clId="Web-{BD7D7CA7-0C2C-465B-BAF7-828B90E2DA04}" dt="2025-12-13T13:44:47.132" v="191" actId="20577"/>
        <pc:sldMkLst>
          <pc:docMk/>
          <pc:sldMk cId="535398654" sldId="262"/>
        </pc:sldMkLst>
        <pc:spChg chg="mod">
          <ac:chgData name="Favour Onwuchekwa" userId="4e809bb8b3b6f18f" providerId="Windows Live" clId="Web-{BD7D7CA7-0C2C-465B-BAF7-828B90E2DA04}" dt="2025-12-13T13:44:47.132" v="191" actId="20577"/>
          <ac:spMkLst>
            <pc:docMk/>
            <pc:sldMk cId="535398654" sldId="262"/>
            <ac:spMk id="3" creationId="{9D5ACE07-7717-D993-DD7C-F9A992811B19}"/>
          </ac:spMkLst>
        </pc:spChg>
        <pc:spChg chg="add del">
          <ac:chgData name="Favour Onwuchekwa" userId="4e809bb8b3b6f18f" providerId="Windows Live" clId="Web-{BD7D7CA7-0C2C-465B-BAF7-828B90E2DA04}" dt="2025-12-13T13:29:13.840" v="98"/>
          <ac:spMkLst>
            <pc:docMk/>
            <pc:sldMk cId="535398654" sldId="262"/>
            <ac:spMk id="6" creationId="{83E6F9AF-7073-6906-737E-C94AF8AB7296}"/>
          </ac:spMkLst>
        </pc:spChg>
        <pc:spChg chg="add mod">
          <ac:chgData name="Favour Onwuchekwa" userId="4e809bb8b3b6f18f" providerId="Windows Live" clId="Web-{BD7D7CA7-0C2C-465B-BAF7-828B90E2DA04}" dt="2025-12-13T13:29:29.781" v="102" actId="14100"/>
          <ac:spMkLst>
            <pc:docMk/>
            <pc:sldMk cId="535398654" sldId="262"/>
            <ac:spMk id="8" creationId="{B52C4D46-8332-84FB-4998-032A73C69D1F}"/>
          </ac:spMkLst>
        </pc:spChg>
      </pc:sldChg>
      <pc:sldChg chg="addSp modSp add replId">
        <pc:chgData name="Favour Onwuchekwa" userId="4e809bb8b3b6f18f" providerId="Windows Live" clId="Web-{BD7D7CA7-0C2C-465B-BAF7-828B90E2DA04}" dt="2025-12-13T13:53:26.125" v="258" actId="20577"/>
        <pc:sldMkLst>
          <pc:docMk/>
          <pc:sldMk cId="69364454" sldId="263"/>
        </pc:sldMkLst>
        <pc:spChg chg="mod">
          <ac:chgData name="Favour Onwuchekwa" userId="4e809bb8b3b6f18f" providerId="Windows Live" clId="Web-{BD7D7CA7-0C2C-465B-BAF7-828B90E2DA04}" dt="2025-12-13T13:53:26.125" v="258" actId="20577"/>
          <ac:spMkLst>
            <pc:docMk/>
            <pc:sldMk cId="69364454" sldId="263"/>
            <ac:spMk id="3" creationId="{B0ED4F3E-35B2-9599-9267-914749DBA5AC}"/>
          </ac:spMkLst>
        </pc:spChg>
        <pc:spChg chg="add mod">
          <ac:chgData name="Favour Onwuchekwa" userId="4e809bb8b3b6f18f" providerId="Windows Live" clId="Web-{BD7D7CA7-0C2C-465B-BAF7-828B90E2DA04}" dt="2025-12-13T13:29:58.064" v="106" actId="14100"/>
          <ac:spMkLst>
            <pc:docMk/>
            <pc:sldMk cId="69364454" sldId="263"/>
            <ac:spMk id="6" creationId="{0564944A-5AEE-CF12-B2DD-7DE3A8764D25}"/>
          </ac:spMkLst>
        </pc:spChg>
      </pc:sldChg>
      <pc:sldChg chg="addSp modSp add replId">
        <pc:chgData name="Favour Onwuchekwa" userId="4e809bb8b3b6f18f" providerId="Windows Live" clId="Web-{BD7D7CA7-0C2C-465B-BAF7-828B90E2DA04}" dt="2025-12-13T13:40:58.835" v="173" actId="20577"/>
        <pc:sldMkLst>
          <pc:docMk/>
          <pc:sldMk cId="288670133" sldId="264"/>
        </pc:sldMkLst>
        <pc:spChg chg="mod">
          <ac:chgData name="Favour Onwuchekwa" userId="4e809bb8b3b6f18f" providerId="Windows Live" clId="Web-{BD7D7CA7-0C2C-465B-BAF7-828B90E2DA04}" dt="2025-12-13T13:40:58.835" v="173" actId="20577"/>
          <ac:spMkLst>
            <pc:docMk/>
            <pc:sldMk cId="288670133" sldId="264"/>
            <ac:spMk id="3" creationId="{A22D63AF-7A06-D1DD-40C5-CEAC2C69B963}"/>
          </ac:spMkLst>
        </pc:spChg>
        <pc:spChg chg="add mod">
          <ac:chgData name="Favour Onwuchekwa" userId="4e809bb8b3b6f18f" providerId="Windows Live" clId="Web-{BD7D7CA7-0C2C-465B-BAF7-828B90E2DA04}" dt="2025-12-13T13:28:48.919" v="93" actId="14100"/>
          <ac:spMkLst>
            <pc:docMk/>
            <pc:sldMk cId="288670133" sldId="264"/>
            <ac:spMk id="6" creationId="{5147FF7F-999F-66FA-B1FE-CD7A5494744B}"/>
          </ac:spMkLst>
        </pc:spChg>
      </pc:sldChg>
      <pc:sldChg chg="addSp modSp add replId">
        <pc:chgData name="Favour Onwuchekwa" userId="4e809bb8b3b6f18f" providerId="Windows Live" clId="Web-{BD7D7CA7-0C2C-465B-BAF7-828B90E2DA04}" dt="2025-12-13T13:38:07.306" v="161" actId="20577"/>
        <pc:sldMkLst>
          <pc:docMk/>
          <pc:sldMk cId="4103967010" sldId="265"/>
        </pc:sldMkLst>
        <pc:spChg chg="mod">
          <ac:chgData name="Favour Onwuchekwa" userId="4e809bb8b3b6f18f" providerId="Windows Live" clId="Web-{BD7D7CA7-0C2C-465B-BAF7-828B90E2DA04}" dt="2025-12-13T13:38:07.306" v="161" actId="20577"/>
          <ac:spMkLst>
            <pc:docMk/>
            <pc:sldMk cId="4103967010" sldId="265"/>
            <ac:spMk id="3" creationId="{B34FCE10-F8F0-F57E-8AA4-F5EBC67D2B6A}"/>
          </ac:spMkLst>
        </pc:spChg>
        <pc:spChg chg="add mod">
          <ac:chgData name="Favour Onwuchekwa" userId="4e809bb8b3b6f18f" providerId="Windows Live" clId="Web-{BD7D7CA7-0C2C-465B-BAF7-828B90E2DA04}" dt="2025-12-13T13:28:30.638" v="89" actId="14100"/>
          <ac:spMkLst>
            <pc:docMk/>
            <pc:sldMk cId="4103967010" sldId="265"/>
            <ac:spMk id="5" creationId="{17465223-80C0-203D-B0D5-31D17F0D19FE}"/>
          </ac:spMkLst>
        </pc:spChg>
        <pc:picChg chg="mod">
          <ac:chgData name="Favour Onwuchekwa" userId="4e809bb8b3b6f18f" providerId="Windows Live" clId="Web-{BD7D7CA7-0C2C-465B-BAF7-828B90E2DA04}" dt="2025-12-13T13:28:12.951" v="86" actId="1076"/>
          <ac:picMkLst>
            <pc:docMk/>
            <pc:sldMk cId="4103967010" sldId="265"/>
            <ac:picMk id="4" creationId="{D980EEA2-99EC-0D8F-74C4-3EFD1DEBD0DA}"/>
          </ac:picMkLst>
        </pc:picChg>
      </pc:sldChg>
      <pc:sldChg chg="addSp modSp add replId">
        <pc:chgData name="Favour Onwuchekwa" userId="4e809bb8b3b6f18f" providerId="Windows Live" clId="Web-{BD7D7CA7-0C2C-465B-BAF7-828B90E2DA04}" dt="2025-12-13T13:32:32.287" v="137" actId="20577"/>
        <pc:sldMkLst>
          <pc:docMk/>
          <pc:sldMk cId="2409323196" sldId="266"/>
        </pc:sldMkLst>
        <pc:spChg chg="mod">
          <ac:chgData name="Favour Onwuchekwa" userId="4e809bb8b3b6f18f" providerId="Windows Live" clId="Web-{BD7D7CA7-0C2C-465B-BAF7-828B90E2DA04}" dt="2025-12-13T13:24:26.728" v="41" actId="20577"/>
          <ac:spMkLst>
            <pc:docMk/>
            <pc:sldMk cId="2409323196" sldId="266"/>
            <ac:spMk id="2" creationId="{A32DE522-0327-25B3-FA85-3E3E9D583E54}"/>
          </ac:spMkLst>
        </pc:spChg>
        <pc:spChg chg="mod">
          <ac:chgData name="Favour Onwuchekwa" userId="4e809bb8b3b6f18f" providerId="Windows Live" clId="Web-{BD7D7CA7-0C2C-465B-BAF7-828B90E2DA04}" dt="2025-12-13T13:32:32.287" v="137" actId="20577"/>
          <ac:spMkLst>
            <pc:docMk/>
            <pc:sldMk cId="2409323196" sldId="266"/>
            <ac:spMk id="3" creationId="{79482164-A884-BFA7-6554-1344A0900CC2}"/>
          </ac:spMkLst>
        </pc:spChg>
        <pc:spChg chg="add mod">
          <ac:chgData name="Favour Onwuchekwa" userId="4e809bb8b3b6f18f" providerId="Windows Live" clId="Web-{BD7D7CA7-0C2C-465B-BAF7-828B90E2DA04}" dt="2025-12-13T13:30:28.190" v="111" actId="14100"/>
          <ac:spMkLst>
            <pc:docMk/>
            <pc:sldMk cId="2409323196" sldId="266"/>
            <ac:spMk id="6" creationId="{1958703D-EC96-B97C-FF36-8BE4A4A5ED97}"/>
          </ac:spMkLst>
        </pc:spChg>
      </pc:sldChg>
      <pc:sldChg chg="addSp modSp add replId">
        <pc:chgData name="Favour Onwuchekwa" userId="4e809bb8b3b6f18f" providerId="Windows Live" clId="Web-{BD7D7CA7-0C2C-465B-BAF7-828B90E2DA04}" dt="2025-12-13T13:33:54.318" v="146" actId="20577"/>
        <pc:sldMkLst>
          <pc:docMk/>
          <pc:sldMk cId="1538132548" sldId="267"/>
        </pc:sldMkLst>
        <pc:spChg chg="mod">
          <ac:chgData name="Favour Onwuchekwa" userId="4e809bb8b3b6f18f" providerId="Windows Live" clId="Web-{BD7D7CA7-0C2C-465B-BAF7-828B90E2DA04}" dt="2025-12-13T13:33:54.318" v="146" actId="20577"/>
          <ac:spMkLst>
            <pc:docMk/>
            <pc:sldMk cId="1538132548" sldId="267"/>
            <ac:spMk id="3" creationId="{7C0E11A4-A38A-3D5E-93A9-2F912E751526}"/>
          </ac:spMkLst>
        </pc:spChg>
        <pc:spChg chg="add mod">
          <ac:chgData name="Favour Onwuchekwa" userId="4e809bb8b3b6f18f" providerId="Windows Live" clId="Web-{BD7D7CA7-0C2C-465B-BAF7-828B90E2DA04}" dt="2025-12-13T13:30:36.252" v="113" actId="1076"/>
          <ac:spMkLst>
            <pc:docMk/>
            <pc:sldMk cId="1538132548" sldId="267"/>
            <ac:spMk id="6" creationId="{DCEB6BA8-5D56-2830-3800-FADD737587EB}"/>
          </ac:spMkLst>
        </pc:spChg>
      </pc:sldChg>
      <pc:sldChg chg="addSp modSp add replId">
        <pc:chgData name="Favour Onwuchekwa" userId="4e809bb8b3b6f18f" providerId="Windows Live" clId="Web-{BD7D7CA7-0C2C-465B-BAF7-828B90E2DA04}" dt="2025-12-13T13:37:01.179" v="153" actId="20577"/>
        <pc:sldMkLst>
          <pc:docMk/>
          <pc:sldMk cId="4120083252" sldId="268"/>
        </pc:sldMkLst>
        <pc:spChg chg="mod">
          <ac:chgData name="Favour Onwuchekwa" userId="4e809bb8b3b6f18f" providerId="Windows Live" clId="Web-{BD7D7CA7-0C2C-465B-BAF7-828B90E2DA04}" dt="2025-12-13T13:37:01.179" v="153" actId="20577"/>
          <ac:spMkLst>
            <pc:docMk/>
            <pc:sldMk cId="4120083252" sldId="268"/>
            <ac:spMk id="3" creationId="{BBCD369A-0E26-CE12-ADFE-DC131BB93319}"/>
          </ac:spMkLst>
        </pc:spChg>
        <pc:spChg chg="add mod">
          <ac:chgData name="Favour Onwuchekwa" userId="4e809bb8b3b6f18f" providerId="Windows Live" clId="Web-{BD7D7CA7-0C2C-465B-BAF7-828B90E2DA04}" dt="2025-12-13T13:30:50.878" v="117" actId="1076"/>
          <ac:spMkLst>
            <pc:docMk/>
            <pc:sldMk cId="4120083252" sldId="268"/>
            <ac:spMk id="6" creationId="{D8FFD011-6A90-F149-ECB7-73F98AD31ECB}"/>
          </ac:spMkLst>
        </pc:spChg>
        <pc:picChg chg="mod">
          <ac:chgData name="Favour Onwuchekwa" userId="4e809bb8b3b6f18f" providerId="Windows Live" clId="Web-{BD7D7CA7-0C2C-465B-BAF7-828B90E2DA04}" dt="2025-12-13T13:30:45.456" v="116" actId="1076"/>
          <ac:picMkLst>
            <pc:docMk/>
            <pc:sldMk cId="4120083252" sldId="268"/>
            <ac:picMk id="4" creationId="{0EA0C720-09E0-5E33-A9AF-F21A004F5845}"/>
          </ac:picMkLst>
        </pc:picChg>
      </pc:sldChg>
      <pc:sldChg chg="modSp add ord replId">
        <pc:chgData name="Favour Onwuchekwa" userId="4e809bb8b3b6f18f" providerId="Windows Live" clId="Web-{BD7D7CA7-0C2C-465B-BAF7-828B90E2DA04}" dt="2025-12-13T13:50:46.508" v="223" actId="20577"/>
        <pc:sldMkLst>
          <pc:docMk/>
          <pc:sldMk cId="1344135603" sldId="269"/>
        </pc:sldMkLst>
        <pc:spChg chg="mod">
          <ac:chgData name="Favour Onwuchekwa" userId="4e809bb8b3b6f18f" providerId="Windows Live" clId="Web-{BD7D7CA7-0C2C-465B-BAF7-828B90E2DA04}" dt="2025-12-13T13:50:14.117" v="220" actId="20577"/>
          <ac:spMkLst>
            <pc:docMk/>
            <pc:sldMk cId="1344135603" sldId="269"/>
            <ac:spMk id="2" creationId="{F2E79A2F-A739-AF1C-CEE8-4CC4CCC5D77E}"/>
          </ac:spMkLst>
        </pc:spChg>
        <pc:spChg chg="mod">
          <ac:chgData name="Favour Onwuchekwa" userId="4e809bb8b3b6f18f" providerId="Windows Live" clId="Web-{BD7D7CA7-0C2C-465B-BAF7-828B90E2DA04}" dt="2025-12-13T13:50:46.508" v="223" actId="20577"/>
          <ac:spMkLst>
            <pc:docMk/>
            <pc:sldMk cId="1344135603" sldId="269"/>
            <ac:spMk id="3" creationId="{8FFD42B3-FAA7-8197-1257-1303BBFC8118}"/>
          </ac:spMkLst>
        </pc:spChg>
      </pc:sldChg>
      <pc:sldChg chg="modSp add ord replId">
        <pc:chgData name="Favour Onwuchekwa" userId="4e809bb8b3b6f18f" providerId="Windows Live" clId="Web-{BD7D7CA7-0C2C-465B-BAF7-828B90E2DA04}" dt="2025-12-13T13:51:39.024" v="231" actId="20577"/>
        <pc:sldMkLst>
          <pc:docMk/>
          <pc:sldMk cId="1667503371" sldId="270"/>
        </pc:sldMkLst>
        <pc:spChg chg="mod">
          <ac:chgData name="Favour Onwuchekwa" userId="4e809bb8b3b6f18f" providerId="Windows Live" clId="Web-{BD7D7CA7-0C2C-465B-BAF7-828B90E2DA04}" dt="2025-12-13T13:51:07.383" v="229" actId="20577"/>
          <ac:spMkLst>
            <pc:docMk/>
            <pc:sldMk cId="1667503371" sldId="270"/>
            <ac:spMk id="2" creationId="{17439533-9F26-1209-8467-44FB87CF3DF2}"/>
          </ac:spMkLst>
        </pc:spChg>
        <pc:spChg chg="mod">
          <ac:chgData name="Favour Onwuchekwa" userId="4e809bb8b3b6f18f" providerId="Windows Live" clId="Web-{BD7D7CA7-0C2C-465B-BAF7-828B90E2DA04}" dt="2025-12-13T13:51:39.024" v="231" actId="20577"/>
          <ac:spMkLst>
            <pc:docMk/>
            <pc:sldMk cId="1667503371" sldId="270"/>
            <ac:spMk id="3" creationId="{C6AEB0B1-732A-5DA2-F45E-CA0B1323F4A8}"/>
          </ac:spMkLst>
        </pc:spChg>
      </pc:sldChg>
      <pc:sldChg chg="modSp add replId">
        <pc:chgData name="Favour Onwuchekwa" userId="4e809bb8b3b6f18f" providerId="Windows Live" clId="Web-{BD7D7CA7-0C2C-465B-BAF7-828B90E2DA04}" dt="2025-12-13T13:52:21.914" v="241" actId="20577"/>
        <pc:sldMkLst>
          <pc:docMk/>
          <pc:sldMk cId="3948293267" sldId="271"/>
        </pc:sldMkLst>
        <pc:spChg chg="mod">
          <ac:chgData name="Favour Onwuchekwa" userId="4e809bb8b3b6f18f" providerId="Windows Live" clId="Web-{BD7D7CA7-0C2C-465B-BAF7-828B90E2DA04}" dt="2025-12-13T13:52:21.914" v="241" actId="20577"/>
          <ac:spMkLst>
            <pc:docMk/>
            <pc:sldMk cId="3948293267" sldId="271"/>
            <ac:spMk id="3" creationId="{E0C68445-EBBC-5F73-B166-43B5767E89B2}"/>
          </ac:spMkLst>
        </pc:spChg>
        <pc:spChg chg="mod">
          <ac:chgData name="Favour Onwuchekwa" userId="4e809bb8b3b6f18f" providerId="Windows Live" clId="Web-{BD7D7CA7-0C2C-465B-BAF7-828B90E2DA04}" dt="2025-12-13T13:51:51.414" v="233" actId="1076"/>
          <ac:spMkLst>
            <pc:docMk/>
            <pc:sldMk cId="3948293267" sldId="271"/>
            <ac:spMk id="6" creationId="{88CFBCC7-E8FC-016B-7F64-883B51B9D900}"/>
          </ac:spMkLst>
        </pc:spChg>
      </pc:sldChg>
      <pc:sldChg chg="modSp new">
        <pc:chgData name="Favour Onwuchekwa" userId="4e809bb8b3b6f18f" providerId="Windows Live" clId="Web-{BD7D7CA7-0C2C-465B-BAF7-828B90E2DA04}" dt="2025-12-13T13:54:44.132" v="282" actId="20577"/>
        <pc:sldMkLst>
          <pc:docMk/>
          <pc:sldMk cId="1537535280" sldId="272"/>
        </pc:sldMkLst>
        <pc:spChg chg="mod">
          <ac:chgData name="Favour Onwuchekwa" userId="4e809bb8b3b6f18f" providerId="Windows Live" clId="Web-{BD7D7CA7-0C2C-465B-BAF7-828B90E2DA04}" dt="2025-12-13T13:53:57.974" v="265" actId="20577"/>
          <ac:spMkLst>
            <pc:docMk/>
            <pc:sldMk cId="1537535280" sldId="272"/>
            <ac:spMk id="2" creationId="{2DD84C3C-00A4-521D-D353-2D444232417C}"/>
          </ac:spMkLst>
        </pc:spChg>
        <pc:spChg chg="mod">
          <ac:chgData name="Favour Onwuchekwa" userId="4e809bb8b3b6f18f" providerId="Windows Live" clId="Web-{BD7D7CA7-0C2C-465B-BAF7-828B90E2DA04}" dt="2025-12-13T13:54:44.132" v="282" actId="20577"/>
          <ac:spMkLst>
            <pc:docMk/>
            <pc:sldMk cId="1537535280" sldId="272"/>
            <ac:spMk id="3" creationId="{C5C11E3E-29C0-4FD1-3E43-AC59464D8FFC}"/>
          </ac:spMkLst>
        </pc:spChg>
      </pc:sldChg>
    </pc:docChg>
  </pc:docChgLst>
  <pc:docChgLst>
    <pc:chgData name="Favour Onwuchekwa" userId="4e809bb8b3b6f18f" providerId="Windows Live" clId="Web-{0F74D2B0-B9C0-4B80-AC26-401D96D66086}"/>
    <pc:docChg chg="addSld modSld">
      <pc:chgData name="Favour Onwuchekwa" userId="4e809bb8b3b6f18f" providerId="Windows Live" clId="Web-{0F74D2B0-B9C0-4B80-AC26-401D96D66086}" dt="2025-12-13T13:05:14.548" v="198" actId="20577"/>
      <pc:docMkLst>
        <pc:docMk/>
      </pc:docMkLst>
      <pc:sldChg chg="modSp">
        <pc:chgData name="Favour Onwuchekwa" userId="4e809bb8b3b6f18f" providerId="Windows Live" clId="Web-{0F74D2B0-B9C0-4B80-AC26-401D96D66086}" dt="2025-12-13T12:54:33.804" v="17" actId="20577"/>
        <pc:sldMkLst>
          <pc:docMk/>
          <pc:sldMk cId="109857222" sldId="256"/>
        </pc:sldMkLst>
        <pc:spChg chg="mod">
          <ac:chgData name="Favour Onwuchekwa" userId="4e809bb8b3b6f18f" providerId="Windows Live" clId="Web-{0F74D2B0-B9C0-4B80-AC26-401D96D66086}" dt="2025-12-13T12:54:12.694" v="1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Favour Onwuchekwa" userId="4e809bb8b3b6f18f" providerId="Windows Live" clId="Web-{0F74D2B0-B9C0-4B80-AC26-401D96D66086}" dt="2025-12-13T12:54:33.804" v="17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Favour Onwuchekwa" userId="4e809bb8b3b6f18f" providerId="Windows Live" clId="Web-{0F74D2B0-B9C0-4B80-AC26-401D96D66086}" dt="2025-12-13T13:04:08.702" v="169" actId="20577"/>
        <pc:sldMkLst>
          <pc:docMk/>
          <pc:sldMk cId="327941590" sldId="257"/>
        </pc:sldMkLst>
        <pc:spChg chg="mod">
          <ac:chgData name="Favour Onwuchekwa" userId="4e809bb8b3b6f18f" providerId="Windows Live" clId="Web-{0F74D2B0-B9C0-4B80-AC26-401D96D66086}" dt="2025-12-13T12:56:38.790" v="48" actId="20577"/>
          <ac:spMkLst>
            <pc:docMk/>
            <pc:sldMk cId="327941590" sldId="257"/>
            <ac:spMk id="2" creationId="{5EEF01C4-1438-3F81-92AE-E504FEC3AA50}"/>
          </ac:spMkLst>
        </pc:spChg>
        <pc:spChg chg="mod">
          <ac:chgData name="Favour Onwuchekwa" userId="4e809bb8b3b6f18f" providerId="Windows Live" clId="Web-{0F74D2B0-B9C0-4B80-AC26-401D96D66086}" dt="2025-12-13T13:04:08.702" v="169" actId="20577"/>
          <ac:spMkLst>
            <pc:docMk/>
            <pc:sldMk cId="327941590" sldId="257"/>
            <ac:spMk id="3" creationId="{B4FB9D8B-9D00-7CCF-D4D8-46F45BC859FC}"/>
          </ac:spMkLst>
        </pc:spChg>
        <pc:cxnChg chg="add del">
          <ac:chgData name="Favour Onwuchekwa" userId="4e809bb8b3b6f18f" providerId="Windows Live" clId="Web-{0F74D2B0-B9C0-4B80-AC26-401D96D66086}" dt="2025-12-13T12:58:27.432" v="105"/>
          <ac:cxnSpMkLst>
            <pc:docMk/>
            <pc:sldMk cId="327941590" sldId="257"/>
            <ac:cxnSpMk id="4" creationId="{A2BE533F-79CB-785C-CAAC-44C99013462F}"/>
          </ac:cxnSpMkLst>
        </pc:cxnChg>
        <pc:cxnChg chg="add del">
          <ac:chgData name="Favour Onwuchekwa" userId="4e809bb8b3b6f18f" providerId="Windows Live" clId="Web-{0F74D2B0-B9C0-4B80-AC26-401D96D66086}" dt="2025-12-13T12:58:51.823" v="108"/>
          <ac:cxnSpMkLst>
            <pc:docMk/>
            <pc:sldMk cId="327941590" sldId="257"/>
            <ac:cxnSpMk id="5" creationId="{60E549FF-AB61-2862-697B-C256882277DF}"/>
          </ac:cxnSpMkLst>
        </pc:cxnChg>
        <pc:cxnChg chg="add mod">
          <ac:chgData name="Favour Onwuchekwa" userId="4e809bb8b3b6f18f" providerId="Windows Live" clId="Web-{0F74D2B0-B9C0-4B80-AC26-401D96D66086}" dt="2025-12-13T13:02:21.369" v="160" actId="1076"/>
          <ac:cxnSpMkLst>
            <pc:docMk/>
            <pc:sldMk cId="327941590" sldId="257"/>
            <ac:cxnSpMk id="6" creationId="{27A59C99-1013-44F2-4CF6-DADD71FD7550}"/>
          </ac:cxnSpMkLst>
        </pc:cxnChg>
      </pc:sldChg>
      <pc:sldChg chg="modSp new">
        <pc:chgData name="Favour Onwuchekwa" userId="4e809bb8b3b6f18f" providerId="Windows Live" clId="Web-{0F74D2B0-B9C0-4B80-AC26-401D96D66086}" dt="2025-12-13T13:05:14.548" v="198" actId="20577"/>
        <pc:sldMkLst>
          <pc:docMk/>
          <pc:sldMk cId="799243320" sldId="258"/>
        </pc:sldMkLst>
        <pc:spChg chg="mod">
          <ac:chgData name="Favour Onwuchekwa" userId="4e809bb8b3b6f18f" providerId="Windows Live" clId="Web-{0F74D2B0-B9C0-4B80-AC26-401D96D66086}" dt="2025-12-13T13:04:38.422" v="183" actId="20577"/>
          <ac:spMkLst>
            <pc:docMk/>
            <pc:sldMk cId="799243320" sldId="258"/>
            <ac:spMk id="2" creationId="{C3B1484C-4BDB-5F57-019F-3535FBEBF7EB}"/>
          </ac:spMkLst>
        </pc:spChg>
        <pc:spChg chg="mod">
          <ac:chgData name="Favour Onwuchekwa" userId="4e809bb8b3b6f18f" providerId="Windows Live" clId="Web-{0F74D2B0-B9C0-4B80-AC26-401D96D66086}" dt="2025-12-13T13:05:14.548" v="198" actId="20577"/>
          <ac:spMkLst>
            <pc:docMk/>
            <pc:sldMk cId="799243320" sldId="258"/>
            <ac:spMk id="3" creationId="{359EA25D-4F44-81AA-631E-5DBEDB0FD0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Create a To-Do List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Tkinter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F01C4-1438-3F81-92AE-E504FEC3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thing to note</a:t>
            </a:r>
            <a:br>
              <a:rPr lang="en-US" dirty="0"/>
            </a:br>
            <a:r>
              <a:rPr lang="en-US" sz="2400" dirty="0"/>
              <a:t>Based on Past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9D8B-9D00-7CCF-D4D8-46F45BC85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This is the order the code works: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err="1"/>
              <a:t>root.mainloop</a:t>
            </a:r>
            <a:r>
              <a:rPr lang="en-US" dirty="0"/>
              <a:t>()             This is always at the </a:t>
            </a:r>
            <a:r>
              <a:rPr lang="en-US"/>
              <a:t>bottom</a:t>
            </a:r>
            <a:r>
              <a:rPr lang="en-US" dirty="0"/>
              <a:t> of the code 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A59C99-1013-44F2-4CF6-DADD71FD7550}"/>
              </a:ext>
            </a:extLst>
          </p:cNvPr>
          <p:cNvCxnSpPr>
            <a:cxnSpLocks/>
          </p:cNvCxnSpPr>
          <p:nvPr/>
        </p:nvCxnSpPr>
        <p:spPr>
          <a:xfrm flipH="1">
            <a:off x="3429000" y="3594651"/>
            <a:ext cx="8613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41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484C-4BDB-5F57-019F-3535FBEB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Order of Todays Project</a:t>
            </a:r>
            <a:br>
              <a:rPr lang="en-US" dirty="0"/>
            </a:br>
            <a:r>
              <a:rPr lang="en-US" sz="2400" dirty="0"/>
              <a:t>Your code should be written in this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EA25D-4F44-81AA-631E-5DBEDB0FD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Necessary Imports</a:t>
            </a:r>
          </a:p>
          <a:p>
            <a:r>
              <a:rPr lang="en-US" dirty="0"/>
              <a:t>Apps Functions</a:t>
            </a:r>
          </a:p>
          <a:p>
            <a:r>
              <a:rPr lang="en-US" dirty="0"/>
              <a:t>Window Set Up</a:t>
            </a:r>
          </a:p>
          <a:p>
            <a:r>
              <a:rPr lang="en-US" dirty="0"/>
              <a:t>UI Layout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4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FB80-AA5F-3026-E80E-B5E8D022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imports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9D4FE-3AB0-699D-7680-DCD229159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import </a:t>
            </a:r>
            <a:r>
              <a:rPr lang="en-US" dirty="0" err="1">
                <a:ea typeface="+mn-lt"/>
                <a:cs typeface="+mn-lt"/>
              </a:rPr>
              <a:t>tkinter</a:t>
            </a:r>
            <a:r>
              <a:rPr lang="en-US" dirty="0">
                <a:ea typeface="+mn-lt"/>
                <a:cs typeface="+mn-lt"/>
              </a:rPr>
              <a:t> as </a:t>
            </a:r>
            <a:r>
              <a:rPr lang="en-US" dirty="0" err="1">
                <a:ea typeface="+mn-lt"/>
                <a:cs typeface="+mn-lt"/>
              </a:rPr>
              <a:t>tk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from </a:t>
            </a:r>
            <a:r>
              <a:rPr lang="en-US" dirty="0" err="1">
                <a:ea typeface="+mn-lt"/>
                <a:cs typeface="+mn-lt"/>
              </a:rPr>
              <a:t>tkinter</a:t>
            </a:r>
            <a:r>
              <a:rPr lang="en-US" dirty="0">
                <a:ea typeface="+mn-lt"/>
                <a:cs typeface="+mn-lt"/>
              </a:rPr>
              <a:t> import </a:t>
            </a:r>
            <a:r>
              <a:rPr lang="en-US" dirty="0" err="1">
                <a:ea typeface="+mn-lt"/>
                <a:cs typeface="+mn-lt"/>
              </a:rPr>
              <a:t>messagebox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965395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7328E-1422-AFCF-F930-7A12F0AD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449B4-2558-87D4-7BA4-50F8309CE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root = </a:t>
            </a:r>
            <a:r>
              <a:rPr lang="en-US" dirty="0" err="1">
                <a:ea typeface="+mn-lt"/>
                <a:cs typeface="+mn-lt"/>
              </a:rPr>
              <a:t>tk.Tk</a:t>
            </a:r>
            <a:r>
              <a:rPr lang="en-US" dirty="0">
                <a:ea typeface="+mn-lt"/>
                <a:cs typeface="+mn-lt"/>
              </a:rPr>
              <a:t>()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root.title</a:t>
            </a:r>
            <a:r>
              <a:rPr lang="en-US" dirty="0">
                <a:ea typeface="+mn-lt"/>
                <a:cs typeface="+mn-lt"/>
              </a:rPr>
              <a:t>("To-Do List App")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root.geometry</a:t>
            </a:r>
            <a:r>
              <a:rPr lang="en-US" dirty="0">
                <a:ea typeface="+mn-lt"/>
                <a:cs typeface="+mn-lt"/>
              </a:rPr>
              <a:t>("420x450")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root.resizable</a:t>
            </a:r>
            <a:r>
              <a:rPr lang="en-US" dirty="0">
                <a:ea typeface="+mn-lt"/>
                <a:cs typeface="+mn-lt"/>
              </a:rPr>
              <a:t>(False, False)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9C2E-B088-FCBF-8630-5E034793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EB1A8-55BE-07AA-3C1F-BCB970430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Title Label</a:t>
            </a:r>
          </a:p>
          <a:p>
            <a:pPr>
              <a:buNone/>
            </a:pPr>
            <a:r>
              <a:rPr lang="en-US" sz="2000" dirty="0" err="1">
                <a:ea typeface="+mn-lt"/>
                <a:cs typeface="+mn-lt"/>
              </a:rPr>
              <a:t>title_label</a:t>
            </a:r>
            <a:r>
              <a:rPr lang="en-US" sz="2000" dirty="0">
                <a:ea typeface="+mn-lt"/>
                <a:cs typeface="+mn-lt"/>
              </a:rPr>
              <a:t> = </a:t>
            </a:r>
            <a:r>
              <a:rPr lang="en-US" sz="2000" dirty="0" err="1">
                <a:ea typeface="+mn-lt"/>
                <a:cs typeface="+mn-lt"/>
              </a:rPr>
              <a:t>tk.Label</a:t>
            </a:r>
            <a:r>
              <a:rPr lang="en-US" sz="2000" dirty="0">
                <a:ea typeface="+mn-lt"/>
                <a:cs typeface="+mn-lt"/>
              </a:rPr>
              <a:t>(root, 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text="My To-Do List", font=("Arial", 18, "bold"))</a:t>
            </a:r>
            <a:endParaRPr lang="en-US" dirty="0"/>
          </a:p>
          <a:p>
            <a:pPr>
              <a:buNone/>
            </a:pPr>
            <a:r>
              <a:rPr lang="en-US" sz="2000" dirty="0" err="1">
                <a:ea typeface="+mn-lt"/>
                <a:cs typeface="+mn-lt"/>
              </a:rPr>
              <a:t>title_label.pack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US" sz="2000" dirty="0" err="1">
                <a:ea typeface="+mn-lt"/>
                <a:cs typeface="+mn-lt"/>
              </a:rPr>
              <a:t>pady</a:t>
            </a:r>
            <a:r>
              <a:rPr lang="en-US" sz="2000" dirty="0">
                <a:ea typeface="+mn-lt"/>
                <a:cs typeface="+mn-lt"/>
              </a:rPr>
              <a:t>=10)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3B5378-B3A9-706B-B7C9-27490020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EB7D79-6430-A880-92A7-A6BBB43A4E78}"/>
              </a:ext>
            </a:extLst>
          </p:cNvPr>
          <p:cNvSpPr txBox="1"/>
          <p:nvPr/>
        </p:nvSpPr>
        <p:spPr>
          <a:xfrm>
            <a:off x="5549349" y="646043"/>
            <a:ext cx="6253368" cy="5218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36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53BD-4316-94AF-62B8-A335F1AF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C5C1-25B1-9A26-4737-C4811EA8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CE07-7717-D993-DD7C-F9A992811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32" y="186573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Task Entry</a:t>
            </a:r>
            <a:endParaRPr lang="en-US"/>
          </a:p>
          <a:p>
            <a:pPr>
              <a:buNone/>
            </a:pPr>
            <a:r>
              <a:rPr lang="en-US" sz="2000" err="1">
                <a:ea typeface="+mn-lt"/>
                <a:cs typeface="+mn-lt"/>
              </a:rPr>
              <a:t>task_entry</a:t>
            </a:r>
            <a:r>
              <a:rPr lang="en-US" sz="2000" dirty="0">
                <a:ea typeface="+mn-lt"/>
                <a:cs typeface="+mn-lt"/>
              </a:rPr>
              <a:t> = </a:t>
            </a:r>
            <a:r>
              <a:rPr lang="en-US" sz="2000" err="1">
                <a:ea typeface="+mn-lt"/>
                <a:cs typeface="+mn-lt"/>
              </a:rPr>
              <a:t>tk.Entry</a:t>
            </a:r>
            <a:r>
              <a:rPr lang="en-US" sz="2000" dirty="0">
                <a:ea typeface="+mn-lt"/>
                <a:cs typeface="+mn-lt"/>
              </a:rPr>
              <a:t>(root, font=("Arial", 12))</a:t>
            </a:r>
          </a:p>
          <a:p>
            <a:pPr>
              <a:buNone/>
            </a:pPr>
            <a:r>
              <a:rPr lang="en-US" sz="2000" err="1">
                <a:ea typeface="+mn-lt"/>
                <a:cs typeface="+mn-lt"/>
              </a:rPr>
              <a:t>task_entry.pack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US" sz="2000" err="1">
                <a:ea typeface="+mn-lt"/>
                <a:cs typeface="+mn-lt"/>
              </a:rPr>
              <a:t>padx</a:t>
            </a:r>
            <a:r>
              <a:rPr lang="en-US" sz="2000" dirty="0">
                <a:ea typeface="+mn-lt"/>
                <a:cs typeface="+mn-lt"/>
              </a:rPr>
              <a:t>=20, </a:t>
            </a:r>
            <a:r>
              <a:rPr lang="en-US" sz="2000" err="1">
                <a:ea typeface="+mn-lt"/>
                <a:cs typeface="+mn-lt"/>
              </a:rPr>
              <a:t>pady</a:t>
            </a:r>
            <a:r>
              <a:rPr lang="en-US" sz="2000" dirty="0">
                <a:ea typeface="+mn-lt"/>
                <a:cs typeface="+mn-lt"/>
              </a:rPr>
              <a:t>=10, fill="x")</a:t>
            </a:r>
          </a:p>
          <a:p>
            <a:pPr marL="0" indent="0">
              <a:buNone/>
            </a:pPr>
            <a:r>
              <a:rPr lang="en-US" sz="2000" dirty="0" err="1">
                <a:ea typeface="+mn-lt"/>
                <a:cs typeface="+mn-lt"/>
              </a:rPr>
              <a:t>task_entry.bind</a:t>
            </a:r>
            <a:r>
              <a:rPr lang="en-US" sz="2000" dirty="0">
                <a:ea typeface="+mn-lt"/>
                <a:cs typeface="+mn-lt"/>
              </a:rPr>
              <a:t>("&lt;Return&gt;",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add_task_with_enter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B7B3ED-E642-B67B-E5EB-1BA7E98C5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2C4D46-8332-84FB-4998-032A73C69D1F}"/>
              </a:ext>
            </a:extLst>
          </p:cNvPr>
          <p:cNvSpPr txBox="1"/>
          <p:nvPr/>
        </p:nvSpPr>
        <p:spPr>
          <a:xfrm>
            <a:off x="5946913" y="1209260"/>
            <a:ext cx="6245086" cy="8531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9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21DA-9DE1-1C66-0F31-560B3A06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C3D4F-A094-A48B-4AB7-3296854A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D4F3E-35B2-9599-9267-914749DBA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503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Button Frame</a:t>
            </a:r>
          </a:p>
          <a:p>
            <a:pPr marL="0" indent="0"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 err="1">
                <a:ea typeface="+mn-lt"/>
                <a:cs typeface="+mn-lt"/>
              </a:rPr>
              <a:t>button_frame</a:t>
            </a:r>
            <a:r>
              <a:rPr lang="en-US" sz="2000" dirty="0">
                <a:ea typeface="+mn-lt"/>
                <a:cs typeface="+mn-lt"/>
              </a:rPr>
              <a:t> = </a:t>
            </a:r>
            <a:r>
              <a:rPr lang="en-US" sz="2000" dirty="0" err="1">
                <a:ea typeface="+mn-lt"/>
                <a:cs typeface="+mn-lt"/>
              </a:rPr>
              <a:t>tk.Frame</a:t>
            </a:r>
            <a:r>
              <a:rPr lang="en-US" sz="2000" dirty="0">
                <a:ea typeface="+mn-lt"/>
                <a:cs typeface="+mn-lt"/>
              </a:rPr>
              <a:t>(root)</a:t>
            </a:r>
            <a:endParaRPr lang="en-US" sz="2000" dirty="0"/>
          </a:p>
          <a:p>
            <a:pPr>
              <a:buNone/>
            </a:pPr>
            <a:r>
              <a:rPr lang="en-US" sz="2000" dirty="0" err="1">
                <a:ea typeface="+mn-lt"/>
                <a:cs typeface="+mn-lt"/>
              </a:rPr>
              <a:t>button_frame.pack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US" sz="2000" dirty="0" err="1">
                <a:ea typeface="+mn-lt"/>
                <a:cs typeface="+mn-lt"/>
              </a:rPr>
              <a:t>pady</a:t>
            </a:r>
            <a:r>
              <a:rPr lang="en-US" sz="2000" dirty="0">
                <a:ea typeface="+mn-lt"/>
                <a:cs typeface="+mn-lt"/>
              </a:rPr>
              <a:t>=5)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DBE741-2924-DBDB-E28E-AA129E863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64944A-5AEE-CF12-B2DD-7DE3A8764D25}"/>
              </a:ext>
            </a:extLst>
          </p:cNvPr>
          <p:cNvSpPr txBox="1"/>
          <p:nvPr/>
        </p:nvSpPr>
        <p:spPr>
          <a:xfrm>
            <a:off x="5698435" y="1822173"/>
            <a:ext cx="6634368" cy="571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4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E94F5-5C3E-17FA-3D84-ACB47515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9A2F-A739-AF1C-CEE8-4CC4CCC5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Layout</a:t>
            </a: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42B3-FAA7-8197-1257-1303BBFC8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14" y="1825625"/>
            <a:ext cx="944714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Add Task</a:t>
            </a:r>
          </a:p>
          <a:p>
            <a:pPr>
              <a:buNone/>
            </a:pPr>
            <a:r>
              <a:rPr lang="en-US" sz="2000" err="1">
                <a:ea typeface="+mn-lt"/>
                <a:cs typeface="+mn-lt"/>
              </a:rPr>
              <a:t>add_button</a:t>
            </a:r>
            <a:r>
              <a:rPr lang="en-US" sz="2000" dirty="0">
                <a:ea typeface="+mn-lt"/>
                <a:cs typeface="+mn-lt"/>
              </a:rPr>
              <a:t> = </a:t>
            </a:r>
            <a:r>
              <a:rPr lang="en-US" sz="2000" err="1">
                <a:ea typeface="+mn-lt"/>
                <a:cs typeface="+mn-lt"/>
              </a:rPr>
              <a:t>tk.Button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US" sz="2000" err="1">
                <a:ea typeface="+mn-lt"/>
                <a:cs typeface="+mn-lt"/>
              </a:rPr>
              <a:t>button_frame</a:t>
            </a:r>
            <a:r>
              <a:rPr lang="en-US" sz="2000" dirty="0">
                <a:ea typeface="+mn-lt"/>
                <a:cs typeface="+mn-lt"/>
              </a:rPr>
              <a:t>, 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text="Add Task", width=12, command=</a:t>
            </a:r>
            <a:r>
              <a:rPr lang="en-US" sz="2000" dirty="0" err="1">
                <a:ea typeface="+mn-lt"/>
                <a:cs typeface="+mn-lt"/>
              </a:rPr>
              <a:t>add_task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 err="1">
                <a:ea typeface="+mn-lt"/>
                <a:cs typeface="+mn-lt"/>
              </a:rPr>
              <a:t>add_button.grid</a:t>
            </a:r>
            <a:r>
              <a:rPr lang="en-US" sz="2000" dirty="0">
                <a:ea typeface="+mn-lt"/>
                <a:cs typeface="+mn-lt"/>
              </a:rPr>
              <a:t>(row=0, column=0, </a:t>
            </a:r>
            <a:r>
              <a:rPr lang="en-US" sz="2000" dirty="0" err="1">
                <a:ea typeface="+mn-lt"/>
                <a:cs typeface="+mn-lt"/>
              </a:rPr>
              <a:t>padx</a:t>
            </a:r>
            <a:r>
              <a:rPr lang="en-US" sz="2000" dirty="0">
                <a:ea typeface="+mn-lt"/>
                <a:cs typeface="+mn-lt"/>
              </a:rPr>
              <a:t>=5)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C64406-06EE-E94C-A4C6-285C77A6D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D51AEC-BC5C-BAA9-28DB-F32BE52D51A7}"/>
              </a:ext>
            </a:extLst>
          </p:cNvPr>
          <p:cNvSpPr txBox="1"/>
          <p:nvPr/>
        </p:nvSpPr>
        <p:spPr>
          <a:xfrm>
            <a:off x="5433390" y="1822173"/>
            <a:ext cx="2758109" cy="7371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3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668C7-85E4-36D0-DE4F-2ED7054DD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9533-9F26-1209-8467-44FB87CF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EB0B1-732A-5DA2-F45E-CA0B1323F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1825625"/>
            <a:ext cx="5595730" cy="4815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Delete Selected Task</a:t>
            </a:r>
          </a:p>
          <a:p>
            <a:pPr>
              <a:buNone/>
            </a:pPr>
            <a:r>
              <a:rPr lang="en-US" sz="2000" dirty="0" err="1">
                <a:ea typeface="+mn-lt"/>
                <a:cs typeface="+mn-lt"/>
              </a:rPr>
              <a:t>delete_button</a:t>
            </a:r>
            <a:r>
              <a:rPr lang="en-US" sz="2000" dirty="0">
                <a:ea typeface="+mn-lt"/>
                <a:cs typeface="+mn-lt"/>
              </a:rPr>
              <a:t> = </a:t>
            </a:r>
            <a:r>
              <a:rPr lang="en-US" sz="2000" dirty="0" err="1">
                <a:ea typeface="+mn-lt"/>
                <a:cs typeface="+mn-lt"/>
              </a:rPr>
              <a:t>tk.Button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US" sz="2000" dirty="0" err="1">
                <a:ea typeface="+mn-lt"/>
                <a:cs typeface="+mn-lt"/>
              </a:rPr>
              <a:t>button_frame</a:t>
            </a:r>
            <a:r>
              <a:rPr lang="en-US" sz="2000" dirty="0">
                <a:ea typeface="+mn-lt"/>
                <a:cs typeface="+mn-lt"/>
              </a:rPr>
              <a:t>, text="Delete Selected", width=12, command=</a:t>
            </a:r>
            <a:r>
              <a:rPr lang="en-US" sz="2000" dirty="0" err="1">
                <a:ea typeface="+mn-lt"/>
                <a:cs typeface="+mn-lt"/>
              </a:rPr>
              <a:t>delete_selected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dirty="0"/>
          </a:p>
          <a:p>
            <a:pPr>
              <a:buNone/>
            </a:pPr>
            <a:r>
              <a:rPr lang="en-US" sz="2000" dirty="0" err="1">
                <a:ea typeface="+mn-lt"/>
                <a:cs typeface="+mn-lt"/>
              </a:rPr>
              <a:t>delete_button.grid</a:t>
            </a:r>
            <a:r>
              <a:rPr lang="en-US" sz="2000" dirty="0">
                <a:ea typeface="+mn-lt"/>
                <a:cs typeface="+mn-lt"/>
              </a:rPr>
              <a:t>(row=0, column=1, </a:t>
            </a:r>
            <a:r>
              <a:rPr lang="en-US" sz="2000" dirty="0" err="1">
                <a:ea typeface="+mn-lt"/>
                <a:cs typeface="+mn-lt"/>
              </a:rPr>
              <a:t>padx</a:t>
            </a:r>
            <a:r>
              <a:rPr lang="en-US" sz="2000" dirty="0">
                <a:ea typeface="+mn-lt"/>
                <a:cs typeface="+mn-lt"/>
              </a:rPr>
              <a:t>=5)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0C1712-998E-83E4-EAAD-4B567AE5B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D67177-8AFA-C81E-9626-A0C3CB5F8480}"/>
              </a:ext>
            </a:extLst>
          </p:cNvPr>
          <p:cNvSpPr txBox="1"/>
          <p:nvPr/>
        </p:nvSpPr>
        <p:spPr>
          <a:xfrm>
            <a:off x="7851912" y="1822173"/>
            <a:ext cx="2758109" cy="7371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03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7EF9-A519-8088-30A7-61EF0F947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1125-F2BE-1422-1F45-B8D872716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68445-EBBC-5F73-B166-43B5767E8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1825625"/>
            <a:ext cx="5595730" cy="4815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Clear All</a:t>
            </a:r>
          </a:p>
          <a:p>
            <a:pPr>
              <a:buNone/>
            </a:pPr>
            <a:r>
              <a:rPr lang="en-US" sz="2000" dirty="0" err="1">
                <a:ea typeface="+mn-lt"/>
                <a:cs typeface="+mn-lt"/>
              </a:rPr>
              <a:t>clear_button</a:t>
            </a:r>
            <a:r>
              <a:rPr lang="en-US" sz="2000" dirty="0">
                <a:ea typeface="+mn-lt"/>
                <a:cs typeface="+mn-lt"/>
              </a:rPr>
              <a:t> = </a:t>
            </a:r>
            <a:r>
              <a:rPr lang="en-US" sz="2000" dirty="0" err="1">
                <a:ea typeface="+mn-lt"/>
                <a:cs typeface="+mn-lt"/>
              </a:rPr>
              <a:t>tk.Button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US" sz="2000" dirty="0" err="1">
                <a:ea typeface="+mn-lt"/>
                <a:cs typeface="+mn-lt"/>
              </a:rPr>
              <a:t>button_frame</a:t>
            </a:r>
            <a:r>
              <a:rPr lang="en-US" sz="2000" dirty="0">
                <a:ea typeface="+mn-lt"/>
                <a:cs typeface="+mn-lt"/>
              </a:rPr>
              <a:t>, text="Clear All", width=12, command=</a:t>
            </a:r>
            <a:r>
              <a:rPr lang="en-US" sz="2000" dirty="0" err="1">
                <a:ea typeface="+mn-lt"/>
                <a:cs typeface="+mn-lt"/>
              </a:rPr>
              <a:t>clear_all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 err="1">
                <a:ea typeface="+mn-lt"/>
                <a:cs typeface="+mn-lt"/>
              </a:rPr>
              <a:t>clear_button.grid</a:t>
            </a:r>
            <a:r>
              <a:rPr lang="en-US" sz="2000" dirty="0">
                <a:ea typeface="+mn-lt"/>
                <a:cs typeface="+mn-lt"/>
              </a:rPr>
              <a:t>(row=0, column=2, </a:t>
            </a:r>
            <a:r>
              <a:rPr lang="en-US" sz="2000" dirty="0" err="1">
                <a:ea typeface="+mn-lt"/>
                <a:cs typeface="+mn-lt"/>
              </a:rPr>
              <a:t>padx</a:t>
            </a:r>
            <a:r>
              <a:rPr lang="en-US" sz="2000" dirty="0">
                <a:ea typeface="+mn-lt"/>
                <a:cs typeface="+mn-lt"/>
              </a:rPr>
              <a:t>=5)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84FBDC-A587-F32D-CC28-9F091A050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CFBCC7-E8FC-016B-7F64-883B51B9D900}"/>
              </a:ext>
            </a:extLst>
          </p:cNvPr>
          <p:cNvSpPr txBox="1"/>
          <p:nvPr/>
        </p:nvSpPr>
        <p:spPr>
          <a:xfrm>
            <a:off x="10322809" y="1872599"/>
            <a:ext cx="2758109" cy="7371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3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02689-FCD7-9101-1F00-B0D6BA87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2FEEB-9ECE-3FA5-4E35-7CDAEA6F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D63AF-7A06-D1DD-40C5-CEAC2C69B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96" y="192501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List Box</a:t>
            </a:r>
            <a:endParaRPr lang="en-US"/>
          </a:p>
          <a:p>
            <a:pPr marL="0" indent="0">
              <a:buNone/>
            </a:pPr>
            <a:r>
              <a:rPr lang="en-US" sz="2000" dirty="0" err="1">
                <a:ea typeface="+mn-lt"/>
                <a:cs typeface="+mn-lt"/>
              </a:rPr>
              <a:t>task_listbox</a:t>
            </a:r>
            <a:r>
              <a:rPr lang="en-US" sz="2000" dirty="0">
                <a:ea typeface="+mn-lt"/>
                <a:cs typeface="+mn-lt"/>
              </a:rPr>
              <a:t> = </a:t>
            </a:r>
            <a:r>
              <a:rPr lang="en-US" sz="2000" dirty="0" err="1">
                <a:ea typeface="+mn-lt"/>
                <a:cs typeface="+mn-lt"/>
              </a:rPr>
              <a:t>tk.Listbox</a:t>
            </a:r>
            <a:r>
              <a:rPr lang="en-US" sz="2000" dirty="0">
                <a:ea typeface="+mn-lt"/>
                <a:cs typeface="+mn-lt"/>
              </a:rPr>
              <a:t>(root, font=("Arial", 12),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height=15)</a:t>
            </a:r>
            <a:endParaRPr lang="en-US" sz="2000" dirty="0"/>
          </a:p>
          <a:p>
            <a:pPr marL="0" indent="0">
              <a:buNone/>
            </a:pPr>
            <a:r>
              <a:rPr lang="en-US" sz="2000" err="1">
                <a:ea typeface="+mn-lt"/>
                <a:cs typeface="+mn-lt"/>
              </a:rPr>
              <a:t>task_listbox.pack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US" sz="2000" err="1">
                <a:ea typeface="+mn-lt"/>
                <a:cs typeface="+mn-lt"/>
              </a:rPr>
              <a:t>padx</a:t>
            </a:r>
            <a:r>
              <a:rPr lang="en-US" sz="2000" dirty="0">
                <a:ea typeface="+mn-lt"/>
                <a:cs typeface="+mn-lt"/>
              </a:rPr>
              <a:t>=20, </a:t>
            </a:r>
            <a:r>
              <a:rPr lang="en-US" sz="2000" err="1">
                <a:ea typeface="+mn-lt"/>
                <a:cs typeface="+mn-lt"/>
              </a:rPr>
              <a:t>pady</a:t>
            </a:r>
            <a:r>
              <a:rPr lang="en-US" sz="2000" dirty="0">
                <a:ea typeface="+mn-lt"/>
                <a:cs typeface="+mn-lt"/>
              </a:rPr>
              <a:t>=15, 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fill="both", expand=True)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11A7AB-36DD-8E1E-29F1-749BBA032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47FF7F-999F-66FA-B1FE-CD7A5494744B}"/>
              </a:ext>
            </a:extLst>
          </p:cNvPr>
          <p:cNvSpPr txBox="1"/>
          <p:nvPr/>
        </p:nvSpPr>
        <p:spPr>
          <a:xfrm>
            <a:off x="5524502" y="2401956"/>
            <a:ext cx="7089910" cy="41081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0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F8D1C-A337-AA19-E156-779E2CF1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20FA-DAA3-2E05-45C6-20F3B3B6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FCE10-F8F0-F57E-8AA4-F5EBC67D2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591" y="171795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Hint Label</a:t>
            </a:r>
          </a:p>
          <a:p>
            <a:pPr>
              <a:buNone/>
            </a:pPr>
            <a:r>
              <a:rPr lang="en-US" sz="2000" err="1">
                <a:ea typeface="+mn-lt"/>
                <a:cs typeface="+mn-lt"/>
              </a:rPr>
              <a:t>hint_label</a:t>
            </a:r>
            <a:r>
              <a:rPr lang="en-US" sz="2000" dirty="0">
                <a:ea typeface="+mn-lt"/>
                <a:cs typeface="+mn-lt"/>
              </a:rPr>
              <a:t> = </a:t>
            </a:r>
            <a:r>
              <a:rPr lang="en-US" sz="2000" err="1">
                <a:ea typeface="+mn-lt"/>
                <a:cs typeface="+mn-lt"/>
              </a:rPr>
              <a:t>tk.Label</a:t>
            </a:r>
            <a:r>
              <a:rPr lang="en-US" sz="2000" dirty="0">
                <a:ea typeface="+mn-lt"/>
                <a:cs typeface="+mn-lt"/>
              </a:rPr>
              <a:t>(root, 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text="Tip: Press Enter to add a task.", 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font=("Arial", 10))</a:t>
            </a:r>
            <a:endParaRPr lang="en-US" dirty="0"/>
          </a:p>
          <a:p>
            <a:pPr marL="0" indent="0">
              <a:buNone/>
            </a:pPr>
            <a:r>
              <a:rPr lang="en-US" sz="2000" dirty="0" err="1">
                <a:ea typeface="+mn-lt"/>
                <a:cs typeface="+mn-lt"/>
              </a:rPr>
              <a:t>hint_label.pack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US" sz="2000" dirty="0" err="1">
                <a:ea typeface="+mn-lt"/>
                <a:cs typeface="+mn-lt"/>
              </a:rPr>
              <a:t>pady</a:t>
            </a:r>
            <a:r>
              <a:rPr lang="en-US" sz="2000" dirty="0">
                <a:ea typeface="+mn-lt"/>
                <a:cs typeface="+mn-lt"/>
              </a:rPr>
              <a:t>=5)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80EEA2-99EC-0D8F-74C4-3EFD1DEBD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465223-80C0-203D-B0D5-31D17F0D19FE}"/>
              </a:ext>
            </a:extLst>
          </p:cNvPr>
          <p:cNvSpPr txBox="1"/>
          <p:nvPr/>
        </p:nvSpPr>
        <p:spPr>
          <a:xfrm>
            <a:off x="6120848" y="6543260"/>
            <a:ext cx="5657021" cy="5052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67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D4F3-3973-E7FD-6D11-5DAC66D5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E522-0327-25B3-FA85-3E3E9D58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82164-A884-BFA7-6554-1344A0900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14" y="1825625"/>
            <a:ext cx="944714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Add Task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def </a:t>
            </a:r>
            <a:r>
              <a:rPr lang="en-US" sz="2000" err="1">
                <a:ea typeface="+mn-lt"/>
                <a:cs typeface="+mn-lt"/>
              </a:rPr>
              <a:t>add_task</a:t>
            </a:r>
            <a:r>
              <a:rPr lang="en-US" sz="2000" dirty="0">
                <a:ea typeface="+mn-lt"/>
                <a:cs typeface="+mn-lt"/>
              </a:rPr>
              <a:t>():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task = </a:t>
            </a:r>
            <a:r>
              <a:rPr lang="en-US" sz="2000" err="1">
                <a:ea typeface="+mn-lt"/>
                <a:cs typeface="+mn-lt"/>
              </a:rPr>
              <a:t>task_entry.get</a:t>
            </a:r>
            <a:r>
              <a:rPr lang="en-US" sz="2000" dirty="0">
                <a:ea typeface="+mn-lt"/>
                <a:cs typeface="+mn-lt"/>
              </a:rPr>
              <a:t>().strip()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if not task: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     </a:t>
            </a:r>
            <a:r>
              <a:rPr lang="en-US" sz="2000" err="1">
                <a:ea typeface="+mn-lt"/>
                <a:cs typeface="+mn-lt"/>
              </a:rPr>
              <a:t>messagebox.showwarning</a:t>
            </a:r>
            <a:r>
              <a:rPr lang="en-US" sz="2000" dirty="0">
                <a:ea typeface="+mn-lt"/>
                <a:cs typeface="+mn-lt"/>
              </a:rPr>
              <a:t>("Empty Task",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"Please enter a task.")</a:t>
            </a:r>
            <a:endParaRPr lang="en-US" sz="200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     return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</a:t>
            </a:r>
            <a:r>
              <a:rPr lang="en-US" sz="2000" err="1">
                <a:ea typeface="+mn-lt"/>
                <a:cs typeface="+mn-lt"/>
              </a:rPr>
              <a:t>task_listbox.insert</a:t>
            </a:r>
            <a:r>
              <a:rPr lang="en-US" sz="2000" dirty="0">
                <a:ea typeface="+mn-lt"/>
                <a:cs typeface="+mn-lt"/>
              </a:rPr>
              <a:t>(</a:t>
            </a:r>
            <a:r>
              <a:rPr lang="en-US" sz="2000" err="1">
                <a:ea typeface="+mn-lt"/>
                <a:cs typeface="+mn-lt"/>
              </a:rPr>
              <a:t>tk.END</a:t>
            </a:r>
            <a:r>
              <a:rPr lang="en-US" sz="2000" dirty="0">
                <a:ea typeface="+mn-lt"/>
                <a:cs typeface="+mn-lt"/>
              </a:rPr>
              <a:t>, task)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   </a:t>
            </a:r>
            <a:r>
              <a:rPr lang="en-US" sz="2000" err="1">
                <a:ea typeface="+mn-lt"/>
                <a:cs typeface="+mn-lt"/>
              </a:rPr>
              <a:t>task_entry.delete</a:t>
            </a:r>
            <a:r>
              <a:rPr lang="en-US" sz="2000" dirty="0">
                <a:ea typeface="+mn-lt"/>
                <a:cs typeface="+mn-lt"/>
              </a:rPr>
              <a:t>(0, </a:t>
            </a:r>
            <a:r>
              <a:rPr lang="en-US" sz="2000" err="1">
                <a:ea typeface="+mn-lt"/>
                <a:cs typeface="+mn-lt"/>
              </a:rPr>
              <a:t>tk.END</a:t>
            </a:r>
            <a:r>
              <a:rPr lang="en-US" sz="2000" dirty="0">
                <a:ea typeface="+mn-lt"/>
                <a:cs typeface="+mn-lt"/>
              </a:rPr>
              <a:t>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719771-F5AF-227D-9B4E-D934C4C9C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58703D-EC96-B97C-FF36-8BE4A4A5ED97}"/>
              </a:ext>
            </a:extLst>
          </p:cNvPr>
          <p:cNvSpPr txBox="1"/>
          <p:nvPr/>
        </p:nvSpPr>
        <p:spPr>
          <a:xfrm>
            <a:off x="5433390" y="1822173"/>
            <a:ext cx="2758109" cy="7371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23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3DFF-33F1-1105-E2CD-83A07DAD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0336-0BCF-A6A7-3771-2453E8CAD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E11A4-A38A-3D5E-93A9-2F912E751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1825625"/>
            <a:ext cx="5595730" cy="4815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Delete Selected Task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def </a:t>
            </a:r>
            <a:r>
              <a:rPr lang="en-US" sz="2000" dirty="0" err="1">
                <a:ea typeface="+mn-lt"/>
                <a:cs typeface="+mn-lt"/>
              </a:rPr>
              <a:t>delete_selected</a:t>
            </a:r>
            <a:r>
              <a:rPr lang="en-US" sz="2000" dirty="0">
                <a:ea typeface="+mn-lt"/>
                <a:cs typeface="+mn-lt"/>
              </a:rPr>
              <a:t>():</a:t>
            </a:r>
            <a:endParaRPr lang="en-US" sz="200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selected = </a:t>
            </a:r>
            <a:r>
              <a:rPr lang="en-US" sz="2000" err="1">
                <a:ea typeface="+mn-lt"/>
                <a:cs typeface="+mn-lt"/>
              </a:rPr>
              <a:t>task_listbox.curselection</a:t>
            </a:r>
            <a:r>
              <a:rPr lang="en-US" sz="2000" dirty="0">
                <a:ea typeface="+mn-lt"/>
                <a:cs typeface="+mn-lt"/>
              </a:rPr>
              <a:t>()</a:t>
            </a:r>
            <a:endParaRPr lang="en-US" sz="200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if not selected:</a:t>
            </a:r>
            <a:endParaRPr lang="en-US" sz="200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     </a:t>
            </a:r>
            <a:r>
              <a:rPr lang="en-US" sz="2000" err="1">
                <a:ea typeface="+mn-lt"/>
                <a:cs typeface="+mn-lt"/>
              </a:rPr>
              <a:t>messagebox.showinfo</a:t>
            </a:r>
            <a:r>
              <a:rPr lang="en-US" sz="2000" dirty="0">
                <a:ea typeface="+mn-lt"/>
                <a:cs typeface="+mn-lt"/>
              </a:rPr>
              <a:t>("No Selection", "Select a task to delete.")</a:t>
            </a:r>
            <a:endParaRPr lang="en-US" sz="200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     return</a:t>
            </a:r>
            <a:endParaRPr lang="en-US" sz="200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   </a:t>
            </a:r>
            <a:r>
              <a:rPr lang="en-US" sz="2000" dirty="0" err="1">
                <a:ea typeface="+mn-lt"/>
                <a:cs typeface="+mn-lt"/>
              </a:rPr>
              <a:t>task_listbox.delete</a:t>
            </a:r>
            <a:r>
              <a:rPr lang="en-US" sz="2000" dirty="0">
                <a:ea typeface="+mn-lt"/>
                <a:cs typeface="+mn-lt"/>
              </a:rPr>
              <a:t>(selected[0]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0C7EC4-23E8-194C-3836-8A1C62AFC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EB6BA8-5D56-2830-3800-FADD737587EB}"/>
              </a:ext>
            </a:extLst>
          </p:cNvPr>
          <p:cNvSpPr txBox="1"/>
          <p:nvPr/>
        </p:nvSpPr>
        <p:spPr>
          <a:xfrm>
            <a:off x="7851912" y="1822173"/>
            <a:ext cx="2758109" cy="7371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3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DFBB-4A28-6EC1-5384-D86A6A5E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49EC-9998-070D-06F7-478A094C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369A-0E26-CE12-ADFE-DC131BB93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7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Clear All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def </a:t>
            </a:r>
            <a:r>
              <a:rPr lang="en-US" sz="2000" dirty="0" err="1">
                <a:ea typeface="+mn-lt"/>
                <a:cs typeface="+mn-lt"/>
              </a:rPr>
              <a:t>clear_all</a:t>
            </a:r>
            <a:r>
              <a:rPr lang="en-US" sz="2000" dirty="0">
                <a:ea typeface="+mn-lt"/>
                <a:cs typeface="+mn-lt"/>
              </a:rPr>
              <a:t>():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if </a:t>
            </a:r>
            <a:r>
              <a:rPr lang="en-US" sz="2000" dirty="0" err="1">
                <a:ea typeface="+mn-lt"/>
                <a:cs typeface="+mn-lt"/>
              </a:rPr>
              <a:t>task_listbox.size</a:t>
            </a:r>
            <a:r>
              <a:rPr lang="en-US" sz="2000" dirty="0">
                <a:ea typeface="+mn-lt"/>
                <a:cs typeface="+mn-lt"/>
              </a:rPr>
              <a:t>() == 0: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     </a:t>
            </a:r>
            <a:r>
              <a:rPr lang="en-US" sz="2000" err="1">
                <a:ea typeface="+mn-lt"/>
                <a:cs typeface="+mn-lt"/>
              </a:rPr>
              <a:t>messagebox.showinfo</a:t>
            </a:r>
            <a:r>
              <a:rPr lang="en-US" sz="2000" dirty="0">
                <a:ea typeface="+mn-lt"/>
                <a:cs typeface="+mn-lt"/>
              </a:rPr>
              <a:t>("Nothing to Clear", 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"The list is already empty.")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     return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    if </a:t>
            </a:r>
            <a:r>
              <a:rPr lang="en-US" sz="2000" err="1">
                <a:ea typeface="+mn-lt"/>
                <a:cs typeface="+mn-lt"/>
              </a:rPr>
              <a:t>messagebox.askyesno</a:t>
            </a:r>
            <a:r>
              <a:rPr lang="en-US" sz="2000" dirty="0">
                <a:ea typeface="+mn-lt"/>
                <a:cs typeface="+mn-lt"/>
              </a:rPr>
              <a:t>("Confirm", </a:t>
            </a: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"Clear all tasks?"):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        </a:t>
            </a:r>
            <a:r>
              <a:rPr lang="en-US" sz="2000" dirty="0" err="1">
                <a:ea typeface="+mn-lt"/>
                <a:cs typeface="+mn-lt"/>
              </a:rPr>
              <a:t>task_listbox.delete</a:t>
            </a:r>
            <a:r>
              <a:rPr lang="en-US" sz="2000" dirty="0">
                <a:ea typeface="+mn-lt"/>
                <a:cs typeface="+mn-lt"/>
              </a:rPr>
              <a:t>(0, </a:t>
            </a:r>
            <a:r>
              <a:rPr lang="en-US" sz="2000" dirty="0" err="1">
                <a:ea typeface="+mn-lt"/>
                <a:cs typeface="+mn-lt"/>
              </a:rPr>
              <a:t>tk.END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sz="2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A0C720-09E0-5E33-A9AF-F21A004F5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372" y="190500"/>
            <a:ext cx="606307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FFD011-6A90-F149-ECB7-73F98AD31ECB}"/>
              </a:ext>
            </a:extLst>
          </p:cNvPr>
          <p:cNvSpPr txBox="1"/>
          <p:nvPr/>
        </p:nvSpPr>
        <p:spPr>
          <a:xfrm>
            <a:off x="10253868" y="1822173"/>
            <a:ext cx="2758109" cy="7371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83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4C3C-00A4-521D-D353-2D444232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11E3E-29C0-4FD1-3E43-AC59464D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Press enter to add task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def </a:t>
            </a:r>
            <a:r>
              <a:rPr lang="en-US" dirty="0" err="1">
                <a:ea typeface="+mn-lt"/>
                <a:cs typeface="+mn-lt"/>
              </a:rPr>
              <a:t>add_task_with_enter</a:t>
            </a:r>
            <a:r>
              <a:rPr lang="en-US" dirty="0">
                <a:ea typeface="+mn-lt"/>
                <a:cs typeface="+mn-lt"/>
              </a:rPr>
              <a:t>(event):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add_task</a:t>
            </a:r>
            <a:r>
              <a:rPr lang="en-US">
                <a:ea typeface="+mn-lt"/>
                <a:cs typeface="+mn-lt"/>
              </a:rPr>
              <a:t>()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35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Create a To-Do List App</vt:lpstr>
      <vt:lpstr>First thing to note Based on Past Errors</vt:lpstr>
      <vt:lpstr>The Order of Todays Project Your code should be written in this order</vt:lpstr>
      <vt:lpstr>Necessary imports</vt:lpstr>
      <vt:lpstr>Window Setup</vt:lpstr>
      <vt:lpstr>UI Layout</vt:lpstr>
      <vt:lpstr>UI Layout</vt:lpstr>
      <vt:lpstr>UI Layout</vt:lpstr>
      <vt:lpstr>UI Layout </vt:lpstr>
      <vt:lpstr>UI Layout</vt:lpstr>
      <vt:lpstr>UI Layout</vt:lpstr>
      <vt:lpstr>UI Layout</vt:lpstr>
      <vt:lpstr>UI Layout</vt:lpstr>
      <vt:lpstr>App Function</vt:lpstr>
      <vt:lpstr>App Function</vt:lpstr>
      <vt:lpstr>App Function</vt:lpstr>
      <vt:lpstr>App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223</cp:revision>
  <dcterms:created xsi:type="dcterms:W3CDTF">2025-12-13T12:53:20Z</dcterms:created>
  <dcterms:modified xsi:type="dcterms:W3CDTF">2025-12-13T13:55:00Z</dcterms:modified>
</cp:coreProperties>
</file>